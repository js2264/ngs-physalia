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12"/>
  </p:notesMasterIdLst>
  <p:sldIdLst>
    <p:sldId id="256" r:id="rId3"/>
    <p:sldId id="307" r:id="rId4"/>
    <p:sldId id="309" r:id="rId5"/>
    <p:sldId id="310" r:id="rId6"/>
    <p:sldId id="308" r:id="rId7"/>
    <p:sldId id="311" r:id="rId8"/>
    <p:sldId id="312" r:id="rId9"/>
    <p:sldId id="313" r:id="rId10"/>
    <p:sldId id="31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B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17"/>
    <p:restoredTop sz="96327"/>
  </p:normalViewPr>
  <p:slideViewPr>
    <p:cSldViewPr snapToGrid="0">
      <p:cViewPr varScale="1">
        <p:scale>
          <a:sx n="124" d="100"/>
          <a:sy n="124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Hi-C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9C0A-1549-7443-85EE-55FCCABF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A869-7351-D242-86E9-79866614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E2C13-B8D7-F44C-9139-6617535B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6C65-553F-C344-AE7F-E5E25FFE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67CE44-45AC-9541-9EC5-59AD83678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9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Introduction to Hi-C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Introduction to Hi-C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koszullab/chromosight" TargetMode="Externa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koszullab/chromosight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koszullab/chromosight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rmAutofit/>
          </a:bodyPr>
          <a:lstStyle/>
          <a:p>
            <a:r>
              <a:rPr lang="en-GB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Interpreting Hi-C maps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dirty="0" err="1"/>
              <a:t>Physalia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Hi-C experimental workflow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4DCBB9-98E5-79F7-EE01-36D4C0E94BCE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A9BEE8-DB85-6D33-797C-5046DFCFCA31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FA10F-584B-A602-548D-4FF5EB9EE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42" y="1493742"/>
            <a:ext cx="9441716" cy="387051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5D45CBE-D7DE-25D7-0CE1-10A4DC30A2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7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C401-9D65-1418-7B8E-0FD1F2E7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9940-F6EC-6E18-058D-ABDD2135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compartments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5650F-31EF-4680-2AF5-155216BE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DBBA8-8157-D335-65A6-7501A34F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9B670-7757-20EF-34B4-4A8F42F19855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89BD2D-8097-BBD0-15A7-3B6625138D8A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598B05-4A90-07C1-E55A-FE285F9225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734F3-ED95-D1F2-F195-8EFAF32B5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66371"/>
            <a:ext cx="7772400" cy="432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7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513D-4917-7362-4014-9152D6B6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9052-B675-2705-8613-C7D82275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compartments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5DFBE-F367-B1C3-286B-02DAFB09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498FB-59AE-A060-7ADF-CFE7AA93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059DF6-59F9-646A-C3AB-E9667181338A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D3D2A3-10B4-A27E-00B5-9E8ACE464A40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F618728-A55E-2A91-0F0B-DC59CA868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DEFF4C-21BA-637B-BADF-5A25A366D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643" y="2099026"/>
            <a:ext cx="4698714" cy="4062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12DF4-86D8-84C2-B343-84EC65367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647" y="953026"/>
            <a:ext cx="7246706" cy="112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0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7A5AF-6BCE-3F45-0F3E-A9732E67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4E54-2D84-A557-3A3B-F639C922D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domain insulation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7BAB5-4C40-CE40-FD08-B062EEBE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9959-897B-A367-BAB7-89E63A22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8B0057-1782-B013-44A7-42BBAD97898E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6A26B-B060-09B0-345A-B0423191BCAC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33455A-20B4-E31E-E555-CB98385DF6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577F1-B767-833B-EDA5-3FEF505D0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96" y="989257"/>
            <a:ext cx="5986408" cy="510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77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E3DE-40C3-E859-CB02-F79C5A51E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011-D28A-CAB6-ADA2-18DEFE39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Chromatin features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21DC5-DDF3-9C89-2166-5C7B27BC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2E6D6-1EF2-C1BD-DFAB-09F6735B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51DC9-3B93-F49F-7BA2-737ED285055C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9FC661-BD96-1F88-9802-86BD01665CA2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832840-4A8B-2EFD-5249-D42855B751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915717-4032-4358-DBC3-B24D6A1AE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61828"/>
            <a:ext cx="7772400" cy="528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58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B2DEE-34B2-124D-97FA-CF882D0C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5ABB-F2D7-D511-AEEB-EE3A6FA3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Chromosight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27E1A-A739-D518-09FA-9EECEB44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03EB6-E4FC-E28B-1887-34096820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A5FF6F-768E-0881-BB54-1FD45542B843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8EA76D-B295-2FF8-C5B6-E0B6B81D1B46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659DA6D-C6CA-D4B9-2DEE-FF79346420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https://github.com/koszullab/chromosight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3C731-60ED-DE4B-B640-CF6A05091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883" y="947451"/>
            <a:ext cx="3856234" cy="51461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ABA7BD-E970-5FC8-E516-EE7FAA4DFA20}"/>
              </a:ext>
            </a:extLst>
          </p:cNvPr>
          <p:cNvSpPr/>
          <p:nvPr/>
        </p:nvSpPr>
        <p:spPr>
          <a:xfrm>
            <a:off x="4048018" y="955498"/>
            <a:ext cx="431515" cy="164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3CC035-FC6C-0CD6-1A58-2D0A058B68E3}"/>
              </a:ext>
            </a:extLst>
          </p:cNvPr>
          <p:cNvSpPr/>
          <p:nvPr/>
        </p:nvSpPr>
        <p:spPr>
          <a:xfrm>
            <a:off x="3863082" y="2229493"/>
            <a:ext cx="431515" cy="164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74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2500-4B51-63C6-D362-31745F58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58C30-08F6-3880-3055-A0349EB7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Chromosight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CE056-5ADD-0ABC-B0D5-39C368A5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44F15-79A6-1B92-CA1A-E3A31464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293DF9-D32F-25AC-209B-C8C3EDAA076E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11D881-0B3B-65B5-7BDD-044A2BBFFD64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7B4FCA-6C3D-0FF5-1F41-ED345B7A54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https://github.com/koszullab/chromosight</a:t>
            </a:r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11A2A1-8FE9-4D26-AC92-310D37CD7F2E}"/>
              </a:ext>
            </a:extLst>
          </p:cNvPr>
          <p:cNvSpPr/>
          <p:nvPr/>
        </p:nvSpPr>
        <p:spPr>
          <a:xfrm>
            <a:off x="4048018" y="955498"/>
            <a:ext cx="431515" cy="164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030F89-D4D5-9227-DB82-AD7521B27473}"/>
              </a:ext>
            </a:extLst>
          </p:cNvPr>
          <p:cNvSpPr/>
          <p:nvPr/>
        </p:nvSpPr>
        <p:spPr>
          <a:xfrm>
            <a:off x="3863082" y="2229493"/>
            <a:ext cx="431515" cy="164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C33C33-64FF-999E-DCFD-2543FCE4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082" y="854010"/>
            <a:ext cx="4465836" cy="52878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617244-97C0-FDF7-64E1-B2B2BC71A89E}"/>
              </a:ext>
            </a:extLst>
          </p:cNvPr>
          <p:cNvSpPr/>
          <p:nvPr/>
        </p:nvSpPr>
        <p:spPr>
          <a:xfrm>
            <a:off x="3879350" y="854010"/>
            <a:ext cx="337336" cy="316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2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B7CC-DB4B-604A-5291-5B4325A5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857B-895B-38AF-7568-CC3AE981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Chromosight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519BA-FA80-41FB-5A24-336F0246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97BA8-9F0A-1624-9998-425E35FB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Hi-C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65318A-9DA1-3852-2F7B-D2C23C4A4C03}"/>
              </a:ext>
            </a:extLst>
          </p:cNvPr>
          <p:cNvSpPr/>
          <p:nvPr/>
        </p:nvSpPr>
        <p:spPr>
          <a:xfrm>
            <a:off x="2856216" y="4130211"/>
            <a:ext cx="400692" cy="318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7D2BB-35F1-E509-BF9B-2BBA735DE2EA}"/>
              </a:ext>
            </a:extLst>
          </p:cNvPr>
          <p:cNvSpPr/>
          <p:nvPr/>
        </p:nvSpPr>
        <p:spPr>
          <a:xfrm>
            <a:off x="5517222" y="5147353"/>
            <a:ext cx="2044557" cy="534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B0C3A38-4398-0CE2-7969-BE900DECFF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https://github.com/koszullab/chromosight</a:t>
            </a:r>
            <a:r>
              <a:rPr lang="en-US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E50C9A-4E81-E6C9-BA2C-CB1792A109BF}"/>
              </a:ext>
            </a:extLst>
          </p:cNvPr>
          <p:cNvSpPr/>
          <p:nvPr/>
        </p:nvSpPr>
        <p:spPr>
          <a:xfrm>
            <a:off x="4048018" y="955498"/>
            <a:ext cx="431515" cy="164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934C5A-F848-B382-A2C5-5C1D0CA141FE}"/>
              </a:ext>
            </a:extLst>
          </p:cNvPr>
          <p:cNvSpPr/>
          <p:nvPr/>
        </p:nvSpPr>
        <p:spPr>
          <a:xfrm>
            <a:off x="3863082" y="2229493"/>
            <a:ext cx="431515" cy="164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ig. 4">
            <a:extLst>
              <a:ext uri="{FF2B5EF4-FFF2-40B4-BE49-F238E27FC236}">
                <a16:creationId xmlns:a16="http://schemas.microsoft.com/office/drawing/2014/main" id="{AD8B244B-0F61-AEB2-BCA6-39CD2AF5A7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790"/>
          <a:stretch/>
        </p:blipFill>
        <p:spPr bwMode="auto">
          <a:xfrm>
            <a:off x="79380" y="1602769"/>
            <a:ext cx="6054822" cy="391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ig. 4">
            <a:extLst>
              <a:ext uri="{FF2B5EF4-FFF2-40B4-BE49-F238E27FC236}">
                <a16:creationId xmlns:a16="http://schemas.microsoft.com/office/drawing/2014/main" id="{936BC57C-CFA5-83A1-4EED-DE56F1FD7C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2" t="64357"/>
          <a:stretch/>
        </p:blipFill>
        <p:spPr bwMode="auto">
          <a:xfrm>
            <a:off x="6370414" y="2151538"/>
            <a:ext cx="5179050" cy="326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89D0AD5-9EC5-1D01-A3F8-E06E9C17EE1D}"/>
              </a:ext>
            </a:extLst>
          </p:cNvPr>
          <p:cNvSpPr/>
          <p:nvPr/>
        </p:nvSpPr>
        <p:spPr>
          <a:xfrm>
            <a:off x="41095" y="1444375"/>
            <a:ext cx="337336" cy="316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FB07CF-618C-62D8-5C39-B2B1094C99AA}"/>
              </a:ext>
            </a:extLst>
          </p:cNvPr>
          <p:cNvSpPr/>
          <p:nvPr/>
        </p:nvSpPr>
        <p:spPr>
          <a:xfrm>
            <a:off x="6380250" y="2091647"/>
            <a:ext cx="337336" cy="316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6611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2761</TotalTime>
  <Words>84</Words>
  <Application>Microsoft Macintosh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Comfortaa</vt:lpstr>
      <vt:lpstr>Courier New</vt:lpstr>
      <vt:lpstr>Menlo</vt:lpstr>
      <vt:lpstr>Open Sans</vt:lpstr>
      <vt:lpstr>Wingdings</vt:lpstr>
      <vt:lpstr>PasteurIbens</vt:lpstr>
      <vt:lpstr>Physalia</vt:lpstr>
      <vt:lpstr>Interpreting Hi-C maps</vt:lpstr>
      <vt:lpstr>Hi-C experimental workflow</vt:lpstr>
      <vt:lpstr>Chromatin compartments</vt:lpstr>
      <vt:lpstr>Chromatin compartments</vt:lpstr>
      <vt:lpstr>Chromatin domain insulation</vt:lpstr>
      <vt:lpstr>Chromatin features</vt:lpstr>
      <vt:lpstr>Chromosight</vt:lpstr>
      <vt:lpstr>Chromosight</vt:lpstr>
      <vt:lpstr>Chromosight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216</cp:revision>
  <dcterms:created xsi:type="dcterms:W3CDTF">2023-06-26T07:22:32Z</dcterms:created>
  <dcterms:modified xsi:type="dcterms:W3CDTF">2025-04-12T19:35:24Z</dcterms:modified>
</cp:coreProperties>
</file>