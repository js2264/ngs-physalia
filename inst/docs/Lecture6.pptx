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  <p:sldMasterId id="2147483676" r:id="rId2"/>
  </p:sldMasterIdLst>
  <p:notesMasterIdLst>
    <p:notesMasterId r:id="rId5"/>
  </p:notesMasterIdLst>
  <p:sldIdLst>
    <p:sldId id="256" r:id="rId3"/>
    <p:sldId id="30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B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05"/>
    <p:restoredTop sz="96327"/>
  </p:normalViewPr>
  <p:slideViewPr>
    <p:cSldViewPr snapToGrid="0">
      <p:cViewPr varScale="1">
        <p:scale>
          <a:sx n="124" d="100"/>
          <a:sy n="124" d="100"/>
        </p:scale>
        <p:origin x="8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5917-96BC-A94E-B108-436BB51A401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AC3-3E93-9544-BDE3-B37120F62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98B4-CBF1-A27B-8D25-C419C3CA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2" y="194835"/>
            <a:ext cx="1827329" cy="498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AF4F5-29E0-2B33-92C6-CE5EF5BBD0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7596" y="-103400"/>
            <a:ext cx="2259506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363CF6F2-FFCC-A044-F740-D3124ECB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E3CA2-68AC-7035-AD06-B998211FB2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9859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4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E540942B-247F-A801-9F56-58FABF5C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BE6AF-EEDA-0260-4F7F-1540DBFC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2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5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22F163-4E41-A425-055F-31E35A81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89" y="5394961"/>
            <a:ext cx="2587811" cy="14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9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93C2-6544-85EA-AA67-941E7AC3F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13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41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F294A-06F4-3E28-947D-A951D1C6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1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22516-0AF4-B0FD-F224-516E3D63E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6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54C1-BADA-FCD4-0D33-C98DC8B1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4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9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9C0A-1549-7443-85EE-55FCCABF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1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1A869-7351-D242-86E9-79866614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E2C13-B8D7-F44C-9139-6617535B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6C65-553F-C344-AE7F-E5E25FFE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67CE44-45AC-9541-9EC5-59AD83678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9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5" r:id="rId3"/>
    <p:sldLayoutId id="2147483674" r:id="rId4"/>
    <p:sldLayoutId id="2147483672" r:id="rId5"/>
    <p:sldLayoutId id="2147483664" r:id="rId6"/>
    <p:sldLayoutId id="214748367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7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meme-suite.org/meme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9899D-021E-02BA-CBD8-FEA50B253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582400" cy="2387600"/>
          </a:xfrm>
        </p:spPr>
        <p:txBody>
          <a:bodyPr>
            <a:normAutofit/>
          </a:bodyPr>
          <a:lstStyle/>
          <a:p>
            <a:r>
              <a:rPr lang="en-GB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Motif identification from ChIP-seq</a:t>
            </a:r>
            <a:endParaRPr lang="en-US" sz="3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EAE9F-3B09-09D5-50EC-A51FBB06A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Epigenomics Data Analysis</a:t>
            </a:r>
          </a:p>
          <a:p>
            <a:r>
              <a:rPr lang="en-US" dirty="0"/>
              <a:t>Jacques </a:t>
            </a:r>
            <a:r>
              <a:rPr lang="en-US" dirty="0" err="1"/>
              <a:t>Serizay</a:t>
            </a:r>
            <a:endParaRPr lang="en-US" dirty="0"/>
          </a:p>
          <a:p>
            <a:r>
              <a:rPr lang="en-US" dirty="0" err="1"/>
              <a:t>Physalia</a:t>
            </a:r>
            <a:r>
              <a:rPr lang="en-US"/>
              <a:t>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55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12CEFD-77D8-3849-BB96-F3630062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2555238"/>
          </a:xfrm>
        </p:spPr>
        <p:txBody>
          <a:bodyPr>
            <a:normAutofit/>
          </a:bodyPr>
          <a:lstStyle/>
          <a:p>
            <a:r>
              <a:rPr lang="en-GB" dirty="0"/>
              <a:t>MEME is a versatile suite of </a:t>
            </a:r>
            <a:r>
              <a:rPr lang="en-GB" dirty="0" err="1"/>
              <a:t>softwares</a:t>
            </a:r>
            <a:r>
              <a:rPr lang="en-GB" dirty="0"/>
              <a:t> largely used to identify known or </a:t>
            </a:r>
            <a:r>
              <a:rPr lang="en-GB" i="1" dirty="0"/>
              <a:t>de novo</a:t>
            </a:r>
            <a:r>
              <a:rPr lang="en-GB" dirty="0"/>
              <a:t> motifs enriched in a given set of sequences of interest.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motifs enriched in sequences extracted from </a:t>
            </a:r>
            <a:r>
              <a:rPr lang="en-US" dirty="0" err="1"/>
              <a:t>ChIP</a:t>
            </a:r>
            <a:r>
              <a:rPr lang="en-US" dirty="0"/>
              <a:t>-seq peaks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</a:t>
            </a:fld>
            <a:endParaRPr lang="en-US" b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98367-856C-E932-BDBE-4FDB512A21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https://meme-suite.org/meme/</a:t>
            </a:r>
            <a:endParaRPr lang="en-US" dirty="0"/>
          </a:p>
        </p:txBody>
      </p:sp>
      <p:pic>
        <p:nvPicPr>
          <p:cNvPr id="1026" name="Picture 2" descr="Introduction - MEME Suite">
            <a:extLst>
              <a:ext uri="{FF2B5EF4-FFF2-40B4-BE49-F238E27FC236}">
                <a16:creationId xmlns:a16="http://schemas.microsoft.com/office/drawing/2014/main" id="{55FDD84C-CC79-9E9D-E8F5-D90D56827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88" y="1932121"/>
            <a:ext cx="8842624" cy="372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66815"/>
      </p:ext>
    </p:extLst>
  </p:cSld>
  <p:clrMapOvr>
    <a:masterClrMapping/>
  </p:clrMapOvr>
</p:sld>
</file>

<file path=ppt/theme/theme1.xml><?xml version="1.0" encoding="utf-8"?>
<a:theme xmlns:a="http://schemas.openxmlformats.org/drawingml/2006/main" name="PasteurIbe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steurIbens" id="{082BC117-FEE3-ED4F-B66F-EAD8503ADF60}" vid="{75DD1838-2F74-B64C-8F9C-677C1FFB48A5}"/>
    </a:ext>
  </a:extLst>
</a:theme>
</file>

<file path=ppt/theme/theme2.xml><?xml version="1.0" encoding="utf-8"?>
<a:theme xmlns:a="http://schemas.openxmlformats.org/drawingml/2006/main" name="Physalia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salia" id="{69934CF8-A18F-7247-8F23-6766B46F796C}" vid="{9CED6D7E-FF7E-C647-8158-BDC011F06FE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PasteurIbens</Template>
  <TotalTime>915</TotalTime>
  <Words>55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Calibri</vt:lpstr>
      <vt:lpstr>Comfortaa</vt:lpstr>
      <vt:lpstr>Courier New</vt:lpstr>
      <vt:lpstr>Menlo</vt:lpstr>
      <vt:lpstr>Open Sans</vt:lpstr>
      <vt:lpstr>Wingdings</vt:lpstr>
      <vt:lpstr>PasteurIbens</vt:lpstr>
      <vt:lpstr>Physalia</vt:lpstr>
      <vt:lpstr>Motif identification from ChIP-seq</vt:lpstr>
      <vt:lpstr>Finding motifs enriched in sequences extracted from ChIP-seq peaks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  SERIZAY</dc:creator>
  <cp:lastModifiedBy>Jacques Serizay</cp:lastModifiedBy>
  <cp:revision>183</cp:revision>
  <dcterms:created xsi:type="dcterms:W3CDTF">2023-06-26T07:22:32Z</dcterms:created>
  <dcterms:modified xsi:type="dcterms:W3CDTF">2025-04-12T19:09:13Z</dcterms:modified>
</cp:coreProperties>
</file>